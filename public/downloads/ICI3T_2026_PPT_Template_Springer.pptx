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02/10/26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02/10/26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02/10/26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02/10/26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02/10/26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02/10/26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02/10/26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02/10/26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02/10/26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02/10/26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02/10/26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02/10/26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02/10/26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02/10/26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95" y="1750741"/>
            <a:ext cx="11842810" cy="4703128"/>
          </a:xfrm>
        </p:spPr>
        <p:txBody>
          <a:bodyPr/>
          <a:lstStyle/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3200" dirty="0">
                <a:latin typeface="Comic Sans MS" panose="030F0702030302020204" pitchFamily="66" charset="0"/>
              </a:rPr>
              <a:t>TITLE OF PAPER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Authors</a:t>
            </a: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Affiliation of Presenting Author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87EFE-DF2E-71FC-ADCA-A022D64BC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57350"/>
            <a:ext cx="11407806" cy="47345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1. INDEX: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DFB09F-C27B-F81A-2147-584238050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52575"/>
            <a:ext cx="11407806" cy="48393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2. ABSTRACT: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5442C4-F535-39CF-5D4F-E05938424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3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04975"/>
            <a:ext cx="11407806" cy="46869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3. INTRODUCTION: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51399F-8EC7-DC45-0B16-68247477E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2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28080"/>
            <a:ext cx="11407806" cy="4763842"/>
          </a:xfrm>
        </p:spPr>
        <p:txBody>
          <a:bodyPr/>
          <a:lstStyle/>
          <a:p>
            <a:pPr algn="l"/>
            <a:r>
              <a:rPr lang="en-IN" dirty="0"/>
              <a:t>4. </a:t>
            </a:r>
            <a:r>
              <a:rPr lang="en-IN" dirty="0">
                <a:latin typeface="Comic Sans MS" panose="030F0702030302020204" pitchFamily="66" charset="0"/>
              </a:rPr>
              <a:t>LITERATURE REVIEW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TABULAR FORM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58F329-2743-E375-3D09-10839343E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6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5. RESEARCH GAPS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BULLETS FORM</a:t>
            </a:r>
            <a:endParaRPr lang="en-IN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4708D0-DBFB-12FE-8366-10E79F7E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1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6. PROPOSED METHODOLOGY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IN THE FORM OF FLOW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13072-E758-23FB-0C16-D31D142BB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7. RESULTS &amp; DISCUSSION: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F30720-AA72-F729-5EBE-D16CC2E2E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6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8. COMPARATIVE ANALYSIS: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62D568-E8EE-D11E-8E9A-3D0F1F4BA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71625"/>
            <a:ext cx="11407806" cy="482029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9. CONCLUSION &amp; FUTURE WORK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EC615-4653-C7BB-5727-16E75923D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27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33550"/>
            <a:ext cx="11407806" cy="46583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10. REFERENCES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PUT ALL THE REFERENCES IN THE PROPER FORMAT.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B4A58-CEE8-47D8-492A-57E80868B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9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116</Words>
  <Application>Microsoft Macintosh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Deepak Gupta</cp:lastModifiedBy>
  <cp:revision>21</cp:revision>
  <dcterms:created xsi:type="dcterms:W3CDTF">2021-02-05T14:09:33Z</dcterms:created>
  <dcterms:modified xsi:type="dcterms:W3CDTF">2026-10-02T09:58:46Z</dcterms:modified>
</cp:coreProperties>
</file>