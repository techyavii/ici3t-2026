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02/10/26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02/10/26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02/10/26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02/10/26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02/10/26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02/10/26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02/10/26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02/10/26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02/10/26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02/10/26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02/10/26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02/10/26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02/10/26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02/10/26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95" y="1828799"/>
            <a:ext cx="11842810" cy="4625069"/>
          </a:xfrm>
        </p:spPr>
        <p:txBody>
          <a:bodyPr/>
          <a:lstStyle/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3200" dirty="0">
                <a:latin typeface="Comic Sans MS" panose="030F0702030302020204" pitchFamily="66" charset="0"/>
              </a:rPr>
              <a:t>TITLE OF PAPER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Authors</a:t>
            </a: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Affiliation of Presenting Author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100F44-D89B-C566-B79D-8AFDB5521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64"/>
          <a:stretch/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57350"/>
            <a:ext cx="11407806" cy="47345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1. INDEX: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F3676D-D07D-9280-EA0E-D638611914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64"/>
          <a:stretch/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52575"/>
            <a:ext cx="11407806" cy="48393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2. ABSTRACT: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599021-0DBA-F319-FDA8-5A5397F891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64"/>
          <a:stretch/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3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04975"/>
            <a:ext cx="11407806" cy="46869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3. INTRODUCTION: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F24D30-C5D9-A025-C125-35AE8AF276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64"/>
          <a:stretch/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2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28080"/>
            <a:ext cx="11407806" cy="4763842"/>
          </a:xfrm>
        </p:spPr>
        <p:txBody>
          <a:bodyPr/>
          <a:lstStyle/>
          <a:p>
            <a:pPr algn="l"/>
            <a:r>
              <a:rPr lang="en-IN" dirty="0"/>
              <a:t>4. </a:t>
            </a:r>
            <a:r>
              <a:rPr lang="en-IN" dirty="0">
                <a:latin typeface="Comic Sans MS" panose="030F0702030302020204" pitchFamily="66" charset="0"/>
              </a:rPr>
              <a:t>LITERATURE REVIEW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TABULAR FORM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23542F-F885-933D-CC12-9CB6675484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64"/>
          <a:stretch/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6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5. RESEARCH GAPS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BULLETS FORM</a:t>
            </a:r>
            <a:endParaRPr lang="en-IN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D8D729-2946-8F5E-4B31-DDF93F0E9F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64"/>
          <a:stretch/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1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6. PROPOSED METHODOLOGY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IN THE FORM OF FLOW GRAPH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D37C9A-6B9A-B4C0-E455-75D2523F0F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64"/>
          <a:stretch/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36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7. RESULTS &amp; DISCUSSION: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54BA57-3CA7-5BBC-87FE-F7E2605636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64"/>
          <a:stretch/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6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8. COMPARATIVE ANALYSIS: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D24997-7C2F-88A6-9C08-388EB77951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64"/>
          <a:stretch/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71625"/>
            <a:ext cx="11407806" cy="482029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9. CONCLUSION &amp; FUTURE WORK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7018F1-546D-4BE1-4C40-EC3393D09E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64"/>
          <a:stretch/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27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33550"/>
            <a:ext cx="11407806" cy="46583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10. REFERENCES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PUT ALL THE REFERENCES IN THE PROPER FORMAT.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3FE221-B761-F5CB-43B3-547BBA1DA3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64"/>
          <a:stretch/>
        </p:blipFill>
        <p:spPr>
          <a:xfrm>
            <a:off x="0" y="0"/>
            <a:ext cx="12192000" cy="14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9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116</Words>
  <Application>Microsoft Macintosh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Deepak Gupta</cp:lastModifiedBy>
  <cp:revision>24</cp:revision>
  <dcterms:created xsi:type="dcterms:W3CDTF">2021-02-05T14:09:33Z</dcterms:created>
  <dcterms:modified xsi:type="dcterms:W3CDTF">2026-10-02T09:59:58Z</dcterms:modified>
</cp:coreProperties>
</file>